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받고 답장 보내기까지 15초. 이메일·카톡·사진 속 약속을 AI가 찾아 내 일정과 겹치는지 확인하고, 답장까지 써주는 캘린더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사업계획서 (내부용)  ·  최초 작성 2026년 9월 8일  ·  갱신 9월 9일 (프로토타입 완성·APK 베타 배포 반영)  ·  Gijun Park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이름 모아캘(Moacal) 확정. 시장·가격·법률 내용은 2026.09.08 조사 기준이며 법률·세무는 전문가 확인 전 참고용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관점 결론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무엇: 이메일·카톡·사진 속 약속을 AI가 찾아, 내 캘린더와 겹치는지 확인하고, 대안 시간이 들어간 답장까지 만든다. 메일 받고 답장 보내기까지 15초. 보내기는 유저가 누른다.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VC용 아이템으로는 약함. 대학생·주니어 직장인 니치에서 유료 유저 500~2,000명은 현실적. 실패해도 포트폴리오가 남는 구조.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차별점: 캘린더 앱은 전부 '입력한 뒤'부터 시작한다. 메일 → 충돌 확인 → 답장의 왕복 전체를 자동화하고, 답장을 상대 언어(영·일·베·중)로 써주는 곳은 미국·한국 어디에도 없다. 한국어 날짜 표현과 대체공휴일 이해도 해외 서비스가 못 따라온다.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위협: iOS 26·갤럭시 S26이 스크린샷→일정을 무료로 제공. 카카오 카나나가 10월 if(kakao)26에서 채팅→톡캘린더를 발표할 가능성 높음. 이메일 쪽은 아무도 안 함.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돈: LLM 원가 유저당 월 $0.2~0.7. 첫 6개월 현금 지출 50만 원 이내(CASA 포함 300만 원). 진짜 비용은 시간.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신분: F-1은 미국 내 사업 운영 불가. 한국 개인사업자(어머니 대표 가능) + 본인 무보수 개발이 유일하게 깨끗한 길. 미국 유료화는 OPT 이후.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진행(2026.09.09): 프로토타입 완성 — Gmail 연동, 충돌 감지·대안 시간, 5개 언어 답장, 공휴일, 직접 입력, 구글 캘린더 동기화. 안드로이드 APK 베타 배포 시작. 다음: 카카오톡·문자 연결, 계정·웹 동기화.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정보는 흩어져 있고, 캘린더 등록은 여전히 손타이핑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교수·회사에서 오는 미팅 제안은 이메일로, 팀플·동아리·친구 약속은 카톡으로, 시간표·시험일정·포스터는 이미지로 온다.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각각을 보고 캘린더 앱을 열어 제목·날짜·시간·장소를 직접 입력하고, 다시 이메일로 돌아가 답장을 쓴다. 한 건당 2~3분, 놓치면 비용은 훨씬 크다.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Gmail의 Gemini '캘린더에 추가'는 유료 Workspace·영어 전용이고 답장은 안 해 준다. iOS 26 스크린샷→일정은 한 장에 한 건, 최신 아이폰 전용.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대학생은 에브리타임 시간표를 공식으로 내보낼 방법조차 없다. 학기마다 15~20개 반복 일정을 손으로 넣는다.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b="1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하나에 3~5분, 하루에도 몇 번씩. 읽기 → 캘린더 확인 → 답장의 왕복을 대신해 주는 서비스는 아직 없다.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977640"/>
            <a:ext cx="832104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3977640"/>
            <a:ext cx="73152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3977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저장소(fall2026-schedule)가 증거: 시간표·시험을 관리하려고 직접 코드를 짜야 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입력, 1개 흐름, 15초. AI는 초안까지, 결정과 전송은 유저가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100584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(Gmail)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탭이 일정 든 메일만 골라 보여줌(보낸 사람·Zoom 링크) → 검토 → 충돌 확인 → 답장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메일만 스캔 (1탭)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완료. 충돌 시 빈 시간 3개 제안, 5개 언어·격식/친근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붙여넣기 (현재) → 채널 봇·알림 읽기 (다음 단계)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1탭 → 반자동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문자도 같은 방식 예정. 봇 투자는 if(kakao)26 후 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스크린샷/이미지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시트에서 앱으로 보내면 비전 모델이 파싱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1탭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시간표·주보 → 학기 반복 일정 다건 등록 (완료)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텍스트 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길게 누르기 → 공유 →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1탭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이미지보다 싸고 정확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31012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 3가지 + 구현 현황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절대 이메일을 보내지 않는다. 초안만 만들고 보내기는 유저가 누른다. (신뢰 + 법적 안전)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본문·토큰을 서버에 저장하지 않는다. Gmail 토큰은 암호화해 폰에만 두고, 서버는 무상태. (개인정보 최소화)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사용자의 기존 캘린더에 동기화된다. 구글 계정 캘린더를 우선 골라 폰↔웹(calendar.google.com) 양방향. 캘린더를 갈아타라고 요구하지 않는다.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2026.09.09 구현 완료: 캘린더·목록·메일·설정 탭, 직접 입력, 스와이프 수정/삭제, 시간 변경·취소 메일(토큰 0), 한국 공휴일(2027.12까지), 큰 글씨, 리마인더.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대비 차별점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구글·애플·카카오가 각자 자기 앱 안에서만 하는 것을 한 곳에 모은다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(Gmail Gemini)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(iOS 26)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Kakao (카나나)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이메일에서 일정 감지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유료·영어만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Mail 앱 감지(정확도 낮음)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한국어·무료 Gmail 포함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수락/거절 버튼 + 답장 초안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기능, 답장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화면 한 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스크린샷 → 일정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앱에서만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기본 (단건)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다건·반복 일정 (시간표)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카톡 대화 → 일정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(등록 버튼 미확인)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봇 전달 + Android 자동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제약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Workspace 플랜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iPhone 15 Pro 이상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iPhone 15 Pro 이상 / 일부 Android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iOS·Android·웹 전부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캘린더 동기화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톡캘린더만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Google·Apple·톡캘린더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840480"/>
            <a:ext cx="832104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11480" y="3840480"/>
            <a:ext cx="7315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3840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한계: 스크린샷 기능만으로는 OS 기본 기능을 못 이긴다. 이길 수 있는 건 '이메일 능동 알림'과 '한 곳에 모으기' 두 가지.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경쟁사: 미국·글로벌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기능은 많지만 통합 흐름을 소비자 가격에 하는 곳은 없음 (2026.09 기준)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005840"/>
                <a:gridCol w="1097280"/>
                <a:gridCol w="137160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감지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답장 초안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스크린샷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가격/월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+ Gemini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(유료·영어)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기능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Workspace 번들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Outlook Copilot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(에이전트형)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$30 (기업)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2026.04 강화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Superhuman (Grammarly)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$33~40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2025.07 인수 $825M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Fyxer AI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분류·링크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$30~50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ARR $17M, 시리즈B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Shortwave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$24~36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Skej / Howie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방식 조율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$19~35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Howie 시드 $6M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Dola AI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(챗봇)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/ $9.99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50만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iOS 26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(무료)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내장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Notion Mail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2026.09.22 종료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Clockwise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2026.03 종료 (Salesforce)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Rise / Amie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폐업 / 피벗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 b="1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감지·초안·캡처는 각각 있지만, 메일 → 내 캘린더 충돌 확인 → 대안 시간 답장의 왕복 전체를 소비자 가격에 하는 곳은 없음. 모아캘은 이 15초 왕복이 제품.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경쟁사: 한국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감지 + 답장은 아무도 안 함. 스크린샷은 Trace와 OS가 이미 함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914400"/>
                <a:gridCol w="1463040"/>
                <a:gridCol w="2103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감지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스크린샷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답장 초안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카나나 in 카카오톡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카톡 대화 분석 → 오늘의 브리핑. 10/13~14 if(kakao)26 발표 주시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 Galaxy AI (S26)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화면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내장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'Now nudge' 카톡 화면에서 일정 제안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iOS 26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내장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지원, iPhone 15 Pro 이상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캘린더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2026.02 자연어 AI 등록만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네이버웍스 (B2B)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 추천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유일 이메일→일정, 기업용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Trace (코르카)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4,900원 / 연 39,000원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경쟁. Pre-A, iOS 4.1★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톡톡일정 / 캡쳐드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인디, Android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캘박 (Calvak)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대학생 공유 캘린더, 시리즈A 브릿지 9억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TimeTree + SKT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SKT 206억 투자, AI 전환 선언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 b="1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한국에는 이메일 감지 + 답장이 아예 없고, '다음 주 수요일 오전 11시' 같은 한국어 표현과 대체공휴일까지 이해하는 건 모아캘뿐. 다국어 답장(영·일·베·중)은 해외 메일이 많은 사용자에게 통역 효과.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리스크 (솔직하게)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카테고리는 지난 18개월간 4개 제품이 죽었다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잠식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26·갤럭시 S26이 스크린샷→일정을 무료 기본 기능으로. 카나나가 카톡 안에서 일정 등록까지 하면 카톡 쪽은 이길 수 없음.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사망률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 폐업, Clockwise 인수 후 종료, Amie 피벗, Notion Mail 종료. 투자받은 팀들도 캘린더 단독 앱으로는 못 버팀.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불일치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개인 일정은 카톡이 압도적인데 카톡 읽기 API는 없음. 이메일 기반 핵심 기능은 대학생(학교 Gmail)·직장인에게만 유효.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마찰</a:t>
            </a:r>
            <a:endParaRPr lang="en-US" sz="120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네이버·다음 메일은 공식 API 없이 IMAP + 앱 비밀번호 필요. 국내 대학은 대부분 Google Workspace라 대학생 타깃이면 Gmail만으로 충분.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832104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1E8E5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4069080"/>
            <a:ext cx="73152" cy="50292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4069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대응: 플랫폼이 못 하는 '이메일 능동 알림'과 '다건 시간표 등록'에 집중. 카톡 투자 비중은 10월 카카오 발표 후 결정.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타깃과 포지셔닝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약속이 많은 사람 모두. 좁게 시작하되 다국어로 넓힌다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566160"/>
                <a:gridCol w="3566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타깃 (한국)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타깃 (미국, OPT 이후)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직장인·대학생·교회/동호회/학부모 모임 등 약속이 많은 사람. 첫 베타: 대학생 + 교회 어머니들(큰 글씨)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해외와 메일을 주고받는 사람: 미국 대학생·직장인 (유료화는 OPT 이후)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메일·단톡·주보 사진으로 약속이 쏟아지는데 등록과 답장은 손으로. 20대 생성형 AI 유료 구독률 30%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영·일·베·중 메일에서 약속을 찾고 답장을 상대 언어로 = 통역 효과. 시차는 폰 기준 자동. 결제 단가 2배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채널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+ 카톡 붙여넣기 + 시간표·주보 사진 (구현 완료) → 카톡·문자 자동 연결 (다음)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+ 공유 시트 + 강의계획서 캡처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"메일 받고 답장 보내기까지 15초."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"Your inbox already knows your schedule. Reply in 15 seconds, in any language."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에브리타임 게시판, 학과 단톡, 개강 2주 전 인스타 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r/berkeley, 학생회, Product Hunt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069080"/>
            <a:ext cx="832104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11480" y="4069080"/>
            <a:ext cx="73152" cy="50292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4069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약속이 많을수록, 언어가 섞일수록 모아캘이 아끼는 시간이 커진다. 한국 우선인 이유는 시장이 아니라 신분(F-1).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모델과 가격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있는 무료 + Pro 하나. BYOK·크레딧은 초기엔 없음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554480"/>
                <a:gridCol w="27432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(OPT 이후)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원가/유저/월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1개, AI 감지 월 20건, 캡처 월 3장, 답장 초안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$0.05~0.10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4,900원/월  ·  39,000원/년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$7.99/월 · $59.99/년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무제한 감지, 답장 초안, 캡처 50장, 메일 3개, 카톡 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 Max (후순위)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9,900원/월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$14.99/월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모델 초안, 무제한 캡처, 우선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$1.5~3.0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6974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가격 근거: 네이버 플러스 4,900원, 카카오 이모티콘 플러스 4,900원, Trace 4,900원. 단일 기능 유틸리티의 심리적 상한이 이 구간. 학생은 연간 결제 유도.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개방 대신 7일 체험 후 페이월: RevenueCat 2026 데이터에서 하드 페이월 전환 10.7% vs 프리미엄 2.1%. 단, 초대 바이럴을 위해 상한 있는 무료 티어는 유지.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채널: 한국은 앱스토어(수수료 15%, 소규모 사업자) + 웹 결제(토스페이먼츠 3%대). 웹 결제 비중을 올릴수록 마진 상승.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앱은 첫 달 이탈이 큼(연간 해지의 35%가 1개월 차). 온보딩 첫 세션에서 '시간표 캡처 → 학기 일정 생성' 마법의 순간을 반드시 보여 줄 것.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경제: API 원가와 마진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50통 기준. 저가 모델이 전부 1차 분류, 5%만 큰 모델로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280160"/>
                <a:gridCol w="11887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스택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추출+답장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스크린샷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유저당 월 원가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gpt-5-nano + gpt-5-mini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Flash-Lite + Flash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gpt-5-nano + Claude Sonnet 5 (추천)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$0.65 (캐싱 시 ~$0.35)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Haiku 4.5 단독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$1.35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$1.68 (분류기로 쓰지 말 것)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Haiku + Opus 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$1.35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$1.50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$0.14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$3.00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63240"/>
          <a:ext cx="8321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60320"/>
                <a:gridCol w="25603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 4,900원 기준 (유저당 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앱스토어 결제 (15%)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결제 (3.3%)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순매출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4,165원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4,738원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원가 (약 $0.65 ≈ 900원)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-900원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-900원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서버·DB·푸시 (약 400원)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-400원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-400원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기여 마진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2,865원 (58%)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3,438원 (70%)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분류기 모델 선택 하나가 마진 16%p를 좌우. 프롬프트 캐싱 필수. 환율 1,386원/$ (2026.09).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비용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현금은 거의 안 들고, 시간이 든다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91440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개발자 계정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$99 (약 13만 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TestFlight·App Store 필수. 개인 계정은 당일, 회사 계정은 D-U-N-S 1~2주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Play 개발자 계정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 $25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개인 계정은 테스터 12명 × 14일 비공개 테스트 의무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1~2만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(Vercel Pro + DB)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$20~40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유료화 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Vercel Hobby는 상용 불가. 베타까지는 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API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1~7만 원 (베타 100명)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유저당 $0.2~0.7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CASA Tier 2 심사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$540~1,800 (연 1회)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9월 신청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전환 전 필수. 베타는 테스트 사용자 100명 모드로 무료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개인사업자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홈택스 온라인, 하루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세무사 1회 상담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10~20만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앱마켓 해외 정산 부가세 처리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개인정보처리방침·약관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개인정보위 템플릿 + 국외이전 항목 직접 작성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(첫 6개월)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30~50만 원, CASA 포함 최대 300만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광고비 0원 전제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우선. 서버는 얇게, AI는 라우팅으로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2651760" cy="2011680"/>
          </a:xfrm>
          <a:prstGeom prst="rect">
            <a:avLst/>
          </a:prstGeom>
          <a:solidFill>
            <a:srgbClr val="F3F5F8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(Expo / React Native)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APK (EAS Build) 베타 배포 중, iOS는 Expo Go → TestFlight 예정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캘린더·목록·메일·설정 탭, 직접 입력, 스와이프 수정/삭제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리마인더 알림, 큰 글씨 모드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OTA 업데이트(EAS Update)로 재설치 없이 수정 반영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2011680"/>
          </a:xfrm>
          <a:prstGeom prst="rect">
            <a:avLst/>
          </a:prstGeom>
          <a:solidFill>
            <a:srgbClr val="F3F5F8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3756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서버 (Next.js on Vercel)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OAuth (Testing) + 증분 스캔: 마지막 확인 이후 새 메일만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라우터: 정규식 → 분류 → 추출 → 답장 초안 (5개 언어·말투)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동기화: 폰 캘린더(구글 계정 우선) → 웹과 양방향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채널 봇 · 문자 연결: 다음 단계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651760" cy="2011680"/>
          </a:xfrm>
          <a:prstGeom prst="rect">
            <a:avLst/>
          </a:prstGeom>
          <a:solidFill>
            <a:srgbClr val="F3F5F8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7220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데이터·인프라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46304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무상태: 유저 데이터·메일 본문·토큰을 저장하지 않음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토큰은 AES-256-GCM 암호화해 폰에만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결과·읽은 메일·설정은 기기 캐시 (토큰 재사용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계정·웹 동기화 도입 시 Neon Postgres + Google 로그인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라우팅 (구현)</a:t>
            </a:r>
            <a:endParaRPr lang="en-US" sz="105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1차: 무료 정규식(날짜·시간 단어) → 2차: Haiku 4.5 예/아니오 → 3차: 통과한 메일만 Sonnet 5 추출(effort low, 4,000자). 답장은 유저가 언어 칩을 누를 때만 생성.</a:t>
            </a:r>
            <a:endParaRPr lang="en-US" sz="105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 절감 검토: 분류기를 Gemini Flash-Lite로. 무료 티어는 개인 테스트만(데이터 학습 조건), 베타는 유료 티어.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서버·운영 스택과 월 비용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1,000명까지 월 $40 안쪽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554480"/>
                <a:gridCol w="155448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범위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전환 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API·웹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Vercel (Fluid Compute)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Hobby: 비상용만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 $20/월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시작하는 순간 Pro 필수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Neon Postgres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0.5GB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$19/월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일정·초안만 저장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큐·캐시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Upstash Redis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명령/일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$10/월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알림 방지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수신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Cloud Pub/Sub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10GB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watch 연동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 Push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빌드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 EAS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30빌드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$19/월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TestFlight·Play 배포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RevenueCat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매출 $2,500까지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1%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앱스토어+웹 통합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Sentry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5천 이벤트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$26/월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PostHog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 이벤트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퍼널·리텐션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 채널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봇 채널 = CS 채널, 하나로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베타: $0~5/월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유료화 후: $40~60/월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일정: Fable 5.1(Claude Code)와 함께 짤 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병목이 아니다. 심사가 병목이다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93776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셋업, DB 스키마, Google OAuth 로그인, Expo 앱 뼈대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로그인되는 앱 + 서버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3~4일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watch + Pub/Sub 웹훅, 메일 fetch, 1차 분류 파이프라인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메일이 '일정 제안' 판정됨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5~6일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추출 + 답장 초안 생성, Google Calendar 동기화, 수락/거절 API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수락 → 캘린더에 뜸, 초안 저장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7~9일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앱: 캘린더 뷰, 인박스 화면, 푸시 알림 + 액션 버튼, 초안 화면(Gmail 앱으로 넘기기)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흐름 end-to-end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10~11일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시트(이미지·텍스트) 수신, 비전 파싱, 시간표 다건·반복 일정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시간표 캡처 → 학기 일정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12~13일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채널 봇 스킬 서버, 카카오 로그인 매칭, 톡캘린더 연동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카톡 전달 → 알림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14~15일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RevenueCat 결제, 온보딩, 설정, 개인정보 동의 흐름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결제되는 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16~18일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버그·엣지케이스(시간대·반복·취소 메일), TestFlight·Play 내부 테스트 빌드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배포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약 18 작업일. 학기 중 하루 3~4시간이면 약 4주, 풀타임이면 2주. AI가 코드의 70~80%를 쓰고 사람은 설계·검수·실기기 테스트를 한다.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오래 걸리는 것: OAuth 동의 화면 설정, Pub/Sub 권한, 앱스토어 심사 대응, 프롬프트 정확도 튜닝(한국어 날짜 표현, '다음 주 목요일'). 이건 AI가 아니라 반복 테스트가 해결.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빠른 원격 출시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2026.09.09 갱신. 프로토타입은 하루 만에 완성, 병목은 심사(Google CASA·앱스토어)와 신분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  <a:gridCol w="23774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마일스톤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9/8~9/12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완료(9/9): Google Cloud·OAuth(Testing), Gmail API, Vercel 배포, EAS 빌드·OTA, 안드로이드 APK 베타 배포. 남은 것: BIO 상담, CASA 견적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Testing 모드: 테스트 사용자 100명, Gmail 토큰 7일 만료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9/15~10/2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완료(9/9): 캘린더 UI, 폰 캘린더 통합, 충돌 감지·대안 시간, 5개 언어 답장, 공휴일, 직접 입력, 스와이프, Gmail 증분 스캔·저비용 분류기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10/5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안드로이드 APK 베타 (가족·친구) 진행 중. iOS는 Apple Developer 가입 후 TestFlight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Gmail은 테스트 사용자 100명 모드, 심사 불필요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10/13~14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if(kakao)26 발표 확인 → 카톡 봇 투자 비중 결정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10/12~10/23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피드백 반영, 카카오톡·문자 붙여넣기 UX, 앱스토어 심사 제출 (Gmail 기능 숨김)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 등록(어머니), 약관·처리방침 게시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10/26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유료 공개 출시 1단계: 스크린샷 + 카톡 봇 + 시간표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CASA 불필요. 앱스토어 심사 1~2주 포함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11월 중~12월 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CASA 통과 (9월 신청 기준 6~12주)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12/7 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2단계: Gmail 능동 감지 + 답장 초안 공개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2월 중순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봄학기 개강(3/2) 2주 전 마케팅 피크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여름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방문 시 운영 집중, 법인 전환 검토. 미국 유료화는 OPT 이후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개발: 카카오톡·문자 연결(공유 시트·채널 봇), 계정·웹 동기화, Gemini Flash 분류기로 원가 절감. Gmail 공개(100명 초과)는 CASA 통과 후. 그 전엔 테스트 사용자 명단으로 운영.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F-1 비자 리스크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 자문 아님. Berkeley International Office(BIO) 무료 상담으로 확인할 것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4206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F-1 신분에서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근거·메모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미국에서 개발, 학교 프로젝트, 무료 베타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과제와 동일. 매출 0, 급여 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회사 설립·지분 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소유는 수동적 행위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미국에서 본인 사업을 운영·매출 발생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무급이어도 'employment'로 간주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한국에 있는 동안 한국 사업 운영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F-1은 미국 내 취업 제한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복귀 후 한국 사업을 원격 유지보수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7770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소유는 되나 유지보수는 '일'. 소규모·무보수면 실무 리스크 낮음, 이민 서류 거짓 기재는 절대 금지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CPT로 본인 스타트업 근무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7770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드묾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 승인 필요, 커리큘럼 필수 요건. BIO에 물어볼 1번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졸업 후 OPT 12개월 자영업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전공 관련이면 허용. 미국 유료화 시점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STEM OPT 연장 24개월 1인 창업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사실상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E-Verify 고용주와 고용 관계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본인 명의로 미국에서 돈을 받지 않는다. 급여·배당·W-2 없음. 한국 사업자에 매출이 쌓이고 본인은 무보수 개발자.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병역 의무가 있다면 입대 시점이 전체 타임라인을 결정. 사업 중 입대 = 서비스 중단이므로 그 경우 동업자·가족 운영이 필수.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명의로 출시해도 되는가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 단 '명의만' 빌리면 안 되고 실제 대표여야 한다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949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가능한 구조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어머니가 개인사업자 대표(홈택스 등록, 사업용 계좌, 세금 신고, 앱스토어·플레이 계정 명의, 약관상 사업자). 본인은 무보수 개발자로 기여. 본인이 한국에 없어도 출시 가능.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출시 가능. 본인 명의 사업소득 0원 → F-1 리스크 최소화. 세무는 한국에서 어머니가 처리. 사업자등록에 본인 공동인증서·방문 불필요.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7770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어머니가 실질 운영자여야 함(CS 응대, 정산 확인, 신고). 단순 명의 대여 후 수익이 전부 본인에게 흐르면 조세범처벌법상 명의대여로 문제될 수 있음. 세금이 정상 납부되고 어머니가 실제로 관여하면 문제 없음.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세금 효과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매출은 어머니 소득 → 어머니 세율·건강보험료(지역가입자면 소득 반영)에 영향. 어머니→본인 송금은 증여: 성인 자녀 10년 5천만 원까지 비과세. 학비·생활비 지원은 통상 증여 아님.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명의로 옮길 때 사업 양도·양수 절차(포괄양도). 앱스토어 계정 이전은 Apple 절차로 가능. OPT 시작 시 미국 법인으로 플립도 이 시점에.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F-1 관점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소유 문제는 해결되지만 '미국에서 일함' 자체는 그대로. 가족 사업에 무보수로 돕는 수준이면 실무 리스크 낮음. 그래도 BIO 상담에서 이 구조를 그대로 설명하고 확인받을 것.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세무 정리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개인사업자 기준. 세무사 1회 상담(10~20만 원)으로 앱마켓 정산 처리 확인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0233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(본인, F-1)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 형태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개인사업자, 업종: 소프트웨어 개발·공급 / 앱 서비스. 간이과세(연 매출 1.04억 미만) 가능 여부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 없음. 소득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부가가치세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간이과세: 매출의 업종별 부가가치율 × 10%, 연 1회 신고(1월). 앱스토어·플레이 정산은 해외 플랫폼 경유라 영세율·대리납부 쟁점 → 세무사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소득세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종합소득세 5월 신고. 6~45% 누진. 연 매출 8천만 원 미만은 단순·기준경비율 추계 가능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F-1 첫 5년은 비거주 외국인(NRA). 미국 원천 소득 없으면 소득세 0. 매년 Form 8843 제출은 필수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4대보험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개인사업자는 국민연금·건강보험 지역가입. 어머니 명의면 어머니 보험료에 반영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증여세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어머니→본인: 10년 합산 5천만 원 비과세. 초과분 10~50%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미국은 수증자 과세 없음. 연 $100,000 초과 해외 증여 수령 시 Form 3520 신고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사업용 계좌·카드 분리, 현금영수증 가맹, API 영수증(달러) 보관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계좌 합계 $10,000 초과 시 FBAR 신고 (NRA는 대개 면제이나 확인)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법인은 언제, 어디에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세우지 않는다. 한국 개인사업자로 충분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237744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 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 비용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개인사업자 (추천)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0원, 하루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 (기장 안 하면)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여름 출시 때. 간이과세로 시작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법인 (주식회사)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50~100만 원 (법무사), 자본금 100원~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기장·4대보험 월 10~20만 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매출 500만 원 이상 또는 투자 유치 시. 법인세 9~24%로 개인 최고세율보다 유리해지는 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델라웨어 C-corp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$500 (Stripe Atlas)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$1,500~2,500 (델라웨어 프랜차이즈세 + CA 최소세 $800 + 등록대리인)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VC 투자받을 때만. F-1은 소유만 가능, 근무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LLC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$300~500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비거주자 단독 소유 시 Form 5472 누락 벌금 $25,000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안 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법인은 VC가 요구하기 전까지 유지비만 나가는 껍데기. F-1 신분으로 세워도 본인이 일할 수 없음.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미국 투자를 받으면 한국 사업을 미국 C-corp 아래로 옮기는 '플립'을 하면 됨. 초기 규모에선 수백만 원 수준.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법인 전환 시점은 개인 종합소득세 24% 구간(과세표준 5천만 원 초과)에 들어갈 때 세무사와 비교 계산.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개인정보·법률 체크리스트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전 완료. 메일을 읽는 앱이라 여기서 무너지면 전부 무너진다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할 것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개인정보처리방침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항목(메일 메타·추출 일정·초안), 목적, 보유 기간, 파기, 수탁자(Vercel·Neon·LLM 제공사) 명시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개인정보보호법, 개인정보위 생성형 AI 안내서(2025.08)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국외 이전 고지·동의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API(미국) 전송 시 이전 목적·항목·국가·보유기간·거부 방법 고지 후 동의. 학습 미사용 명시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개인정보보호법 제28조의8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정보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발신자는 제3자. 본문 미저장·추출 결과만 보관·즉시 처리 원칙으로 최소화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처리위탁 vs 제3자 제공 구분 쟁점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OAuth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 스코프(gmail.readonly) 심사 + CASA Tier 2. Limited Use 정책 준수 문구 게시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API Services User Data Policy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심사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읽기 권한 사용 목적을 심사 노트와 온보딩에 명확히. 계정 삭제 기능 필수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Review Guideline 5.1.1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 심사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 읽기 권한(Android 카톡 자동) 사용 시 권한 선언 폼 + 프라이버시 정책 링크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 정책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이용약관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결과 오류 면책, 답장 전송 책임은 유저, 구독 환불 규정(한국 전자상거래법 7일)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봇·톡캘린더 API 권한 심사, 채널 운영 정책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Kakao Developers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계획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0원. 타이밍과 채널이 전부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329184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메시지·행동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10월 (베타)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학과 단톡, 버클리 한인 학생회, 친구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"내 앱 테스트해 줘" 직접 부탁. 피드백 인터뷰 10명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50명, 2주 리텐션 40%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10월 말 (출시)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에브리타임 자유·홍보 게시판 (학교별)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'시간표 캡처 한 장 → 학기 일정 3초' 짧은 영상 +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 다운로드 300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인스타 릴스·틱톡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15초 데모 3종: 시간표 캡처, 교수 메일 수락→답장, 카톡 전달. 주 2회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다운로드 2,000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앱스토어 ASO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키워드: AI 캘린더, 시간표, 일정 자동, 스크린샷 일정. 스크린샷 5장에 마법의 순간 배치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 유입 30%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초대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초대한 사람·받은 사람 모두 Pro 1개월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K-factor 0.3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2월 중순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채널 총동원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개강 2주 전 '새 학기 시간표 넣기' 캠페인. 연간 결제 할인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500명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 이후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r/berkeley, Product Hunt, 미국 대학 뉴스레터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영어 버전 런치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유료화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160520"/>
            <a:ext cx="83210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11480" y="4160520"/>
            <a:ext cx="73152" cy="45720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캘박처럼 대학 MOU를 맺는 건 지금 규모엔 무거움. 학생이 학생에게 직접 퍼뜨리는 게 이 앱의 유통.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계획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학기 중에 굴릴 수 있는 만큼만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6692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주당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응대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카카오톡 채널 하나로 봇 + CS. 자주 묻는 질문은 봇이 자동 응답. 이메일 support@ 병행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Sentry 에러 알림, LLM 비용 일일 상한 알림(유저당 $1 초과 시), Gmail watch 만료 알림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유저가 '거절' 또는 '수정'한 추출 결과를 주간 검토 → 프롬프트 개선. 개인 식별 정보는 제외한 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 리뷰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PostHog 주간: 알림 수락률, 2주 리텐션, 무료→유료 전환, 이탈. RevenueCat 매출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릴리스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2주 1회 앱 업데이트. EAS Update로 JS 변경은 심사 없이 핫픽스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법·정산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매월 어머니와 정산 확인, 1월 부가세·5월 종소세는 세무사 대행(연 30~50만 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8~10시간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기간엔 운영이 멈춰도 되도록 자동화 우선: 결제 실패·환불은 RevenueCat, 계정 삭제는 앱 내 셀프 서비스.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시 최악은 '메일을 읽는데 알림이 안 옴'. Pub/Sub 실패 대비 15분 주기 폴링 폴백을 Vercel Cron으로.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재무 시나리오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 출시 기준. 한국만, Pro 4,900원, 앱스토어 결제 70% + 웹 30% 가정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554480"/>
                <a:gridCol w="155448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3개월 차 (12월)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6개월 차 (3월 개강)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9개월 차 (6월)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12개월 차 (9월)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보수: 유료 유저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보수: 월 매출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147만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기본: 유료 유저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기본: 월 매출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123만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221만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392만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낙관: 유료 유저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낙관: 월 매출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245만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490만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980만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비용 (기본안)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8E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순이익 (기본안)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166만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302만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기본안 1년 누적 매출 약 1,500만 원, 누적 순이익 약 1,000만 원. 학생 1인 부업으로는 의미 있고, 회사로는 아직 아님.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LLM(유저당 900원) + 서버($40~60) + 세무 대행. 마케팅 광고비는 0원 전제. 광고를 태우면 CAC 5,000원 이하일 때만.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낙관안(1년 2,000명)은 카나나가 카톡 일정 등록을 안 내놓고, 에브리타임 바이럴이 터졌을 때. 그 이상은 미국 시장 없이는 어렵다.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KPI와 중단 기준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감으로 계속하지 않는다. 숫자가 안 나오면 접는다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173736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미달 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(10월)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본인이 2주간 매일 쓰는가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접는다. 본인도 안 쓰면 아무도 안 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(10월)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50명 중 2주 후 활성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20명 이상 (40%)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온보딩·정확도 재설계 후 1회 재시도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(10월)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푸시 알림 '수락' 클릭률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감지 정확도 문제 → 프롬프트·분류기 튜닝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(11~12월)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무료→유료 전환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5%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가격·페이월 위치 A/B, 3% 미만이면 유료 모델 재검토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 (11~12월)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이탈률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 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달 이탈 원인 인터뷰 10명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개강 (3월)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유저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250명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150명 미만이면 마케팅 채널 재점검, 100명 미만이면 유지 모드 전환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1년 (2027.9)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순이익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300만 원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확장 또는 법인 전환 결정 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114800"/>
            <a:ext cx="8321040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11480" y="4114800"/>
            <a:ext cx="7315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" y="4114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신호로도 중단: 카나나가 카톡 안에서 '수락 → 톡캘린더 등록 + 답장'까지 하거나, Gmail이 무료 계정에 한국어 감지 + 답장을 넣으면 재검토.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2주 액션 아이템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9일 ~ 9월 23일 (9/9 갱신: 완료 항목 표시)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50392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모아캘 (Inbox → Calendar)  ·  사업계획서  ·  2026.09.08 작성 · 09.09 갱신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303520"/>
                <a:gridCol w="15544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Berkeley International Office 상담 예약. 질문: 한국 가족 사업 무보수 원격 기여, CPT 자기 창업 가능성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어머니와 구조 합의: 대표 역할, 계좌, 정산, 증여 한도. 어머니 명의 홈택스 개인사업자 등록 준비(공동인증서)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본인·어머니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Apple 개발자 계정(개인, 어머니 명의) + Google Play 계정 개설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어머니(본인 보조)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완료(9/9): Google Cloud 프로젝트, OAuth 동의 화면(Testing), Gmail API, 웹 클라이언트. 남은 것: 브랜드 인증, CASA 랩 견적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 디벨로퍼스 앱 등록, 카카오톡 채널 개설, 오픈빌더 봇 이미지 수신 가능 여부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완료(9/9): MVP 프로토타입 + 안드로이드 APK 베타 배포. 다음: 베타 피드백 반영, 카톡·문자 연결 설계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+ Claude Code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개인정보처리방침·이용약관 초안 (개인정보위 템플릿 + 국외이전 항목)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+ Claude Code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테스터: 아빠·친구부터 시작(Google 테스트 사용자 3명 등록), 학과 단톡·교회로 확대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9/22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if(kakao)26 (10/13~14) 캘린더에 등록, 발표 후 카톡 봇 범위 결정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10/14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Inbox to Calendar 사업계획서</dc:title>
  <dc:subject>PptxGenJS Presentation</dc:subject>
  <dc:creator>Gijun Park</dc:creator>
  <cp:lastModifiedBy>Gijun Park</cp:lastModifiedBy>
  <cp:revision>1</cp:revision>
  <dcterms:created xsi:type="dcterms:W3CDTF">2026-09-09T06:34:05Z</dcterms:created>
  <dcterms:modified xsi:type="dcterms:W3CDTF">2026-09-09T06:34:05Z</dcterms:modified>
</cp:coreProperties>
</file>